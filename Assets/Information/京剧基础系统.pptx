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8" r:id="rId10"/>
    <p:sldId id="264" r:id="rId11"/>
    <p:sldId id="265" r:id="rId12"/>
    <p:sldId id="269" r:id="rId13"/>
    <p:sldId id="266" r:id="rId14"/>
    <p:sldId id="270" r:id="rId15"/>
    <p:sldId id="272" r:id="rId16"/>
    <p:sldId id="273" r:id="rId17"/>
    <p:sldId id="274" r:id="rId18"/>
    <p:sldId id="275" r:id="rId19"/>
    <p:sldId id="276" r:id="rId20"/>
    <p:sldId id="277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智绘京韵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/>
              <a:t>之后</a:t>
            </a:r>
            <a:r>
              <a:rPr lang="zh-CN" altLang="en-US"/>
              <a:t>改名字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基础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视角：</a:t>
            </a:r>
            <a:r>
              <a:rPr lang="zh-CN" altLang="en-US"/>
              <a:t>俯视图</a:t>
            </a:r>
            <a:endParaRPr lang="zh-CN" altLang="en-US"/>
          </a:p>
          <a:p>
            <a:r>
              <a:rPr lang="zh-CN" altLang="en-US"/>
              <a:t>分辨率：</a:t>
            </a:r>
            <a:r>
              <a:rPr lang="en-US" altLang="zh-CN"/>
              <a:t>1920*1080px</a:t>
            </a:r>
            <a:r>
              <a:rPr lang="zh-CN" altLang="en-US"/>
              <a:t>（</a:t>
            </a:r>
            <a:r>
              <a:rPr lang="en-US" altLang="zh-CN"/>
              <a:t>16</a:t>
            </a:r>
            <a:r>
              <a:rPr lang="zh-CN" altLang="en-US"/>
              <a:t>：</a:t>
            </a:r>
            <a:r>
              <a:rPr lang="en-US" altLang="zh-CN"/>
              <a:t>9</a:t>
            </a:r>
            <a:r>
              <a:rPr lang="zh-CN" altLang="en-US"/>
              <a:t>）</a:t>
            </a:r>
            <a:endParaRPr lang="zh-CN" altLang="en-US"/>
          </a:p>
          <a:p>
            <a:r>
              <a:rPr lang="zh-CN" altLang="en-US"/>
              <a:t>基于</a:t>
            </a:r>
            <a:r>
              <a:rPr lang="en-US" altLang="zh-CN"/>
              <a:t>16</a:t>
            </a:r>
            <a:r>
              <a:rPr lang="zh-CN" altLang="en-US"/>
              <a:t>：</a:t>
            </a:r>
            <a:r>
              <a:rPr lang="en-US" altLang="zh-CN"/>
              <a:t>9</a:t>
            </a:r>
            <a:r>
              <a:rPr lang="zh-CN" altLang="en-US"/>
              <a:t>为基准设计，</a:t>
            </a:r>
            <a:r>
              <a:rPr lang="en-US" altLang="zh-CN"/>
              <a:t>UI</a:t>
            </a:r>
            <a:r>
              <a:rPr lang="zh-CN" altLang="en-US"/>
              <a:t>按钮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按比例缩放（比如玩家从小窗口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放大，</a:t>
            </a:r>
            <a:r>
              <a:rPr lang="en-US" altLang="zh-CN"/>
              <a:t>UI</a:t>
            </a:r>
            <a:r>
              <a:rPr lang="zh-CN" altLang="en-US"/>
              <a:t>按比例也放大。但是</a:t>
            </a:r>
            <a:r>
              <a:rPr lang="zh-CN" altLang="en-US"/>
              <a:t>后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面的摄像机</a:t>
            </a:r>
            <a:r>
              <a:rPr lang="en-US" altLang="zh-CN"/>
              <a:t>+</a:t>
            </a:r>
            <a:r>
              <a:rPr lang="zh-CN" altLang="en-US"/>
              <a:t>和</a:t>
            </a:r>
            <a:r>
              <a:rPr lang="en-US" altLang="zh-CN"/>
              <a:t>-</a:t>
            </a:r>
            <a:r>
              <a:rPr lang="zh-CN" altLang="en-US"/>
              <a:t>缩放不带</a:t>
            </a:r>
            <a:r>
              <a:rPr lang="en-US" altLang="zh-CN"/>
              <a:t>UI</a:t>
            </a:r>
            <a:r>
              <a:rPr lang="zh-CN" altLang="en-US"/>
              <a:t>缩放）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1570" y="2841625"/>
            <a:ext cx="4285615" cy="31375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摄像机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/>
              <a:t>跟随角色移动，带缓冲效果</a:t>
            </a:r>
            <a:r>
              <a:rPr lang="zh-CN" altLang="en-US"/>
              <a:t>的平滑</a:t>
            </a:r>
            <a:r>
              <a:rPr lang="zh-CN" altLang="en-US"/>
              <a:t>跟随</a:t>
            </a:r>
            <a:endParaRPr lang="zh-CN" altLang="en-US"/>
          </a:p>
          <a:p>
            <a:pPr lvl="0"/>
            <a:r>
              <a:rPr lang="zh-CN" altLang="en-US"/>
              <a:t>到达地图边缘不跟随角色</a:t>
            </a:r>
            <a:r>
              <a:rPr lang="zh-CN" altLang="en-US"/>
              <a:t>移动</a:t>
            </a:r>
            <a:endParaRPr lang="zh-CN" altLang="en-US"/>
          </a:p>
          <a:p>
            <a:pPr lvl="0"/>
            <a:r>
              <a:rPr lang="zh-CN" altLang="en-US"/>
              <a:t>可以点击</a:t>
            </a:r>
            <a:r>
              <a:rPr lang="en-US" altLang="zh-CN"/>
              <a:t>+</a:t>
            </a:r>
            <a:r>
              <a:rPr lang="zh-CN" altLang="en-US"/>
              <a:t>或者</a:t>
            </a:r>
            <a:r>
              <a:rPr lang="en-US" altLang="zh-CN"/>
              <a:t>-</a:t>
            </a:r>
            <a:r>
              <a:rPr lang="zh-CN" altLang="en-US"/>
              <a:t>拉近或者推远</a:t>
            </a:r>
            <a:r>
              <a:rPr lang="zh-CN" altLang="en-US"/>
              <a:t>摄像机</a:t>
            </a:r>
            <a:endParaRPr lang="zh-CN" altLang="en-US"/>
          </a:p>
          <a:p>
            <a:pPr lvl="0"/>
            <a:endParaRPr lang="zh-CN" altLang="en-US"/>
          </a:p>
          <a:p>
            <a:pPr lvl="0"/>
            <a:endParaRPr lang="zh-CN" altLang="en-US"/>
          </a:p>
          <a:p>
            <a:pPr lvl="0"/>
            <a:r>
              <a:rPr lang="zh-CN" altLang="en-US"/>
              <a:t>参考视频：星露谷摄像机移动</a:t>
            </a:r>
            <a:r>
              <a:rPr lang="zh-CN" altLang="en-US"/>
              <a:t>方式</a:t>
            </a:r>
            <a:endParaRPr lang="zh-CN" altLang="en-US"/>
          </a:p>
          <a:p>
            <a:pPr lvl="0"/>
            <a:r>
              <a:rPr lang="en-US" altLang="zh-CN"/>
              <a:t>https://www.bilibili.com/video/BV14Y4y1d7Ff?t=546.4</a:t>
            </a:r>
            <a:endParaRPr lang="en-US" altLang="zh-CN"/>
          </a:p>
          <a:p>
            <a:pPr lvl="0"/>
            <a:endParaRPr lang="en-US" altLang="zh-CN"/>
          </a:p>
          <a:p>
            <a:pPr lvl="0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角色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状态机：</a:t>
            </a:r>
            <a:endParaRPr lang="zh-CN" altLang="en-US"/>
          </a:p>
          <a:p>
            <a:pPr lvl="1"/>
            <a:r>
              <a:rPr lang="zh-CN" altLang="en-US"/>
              <a:t>待机</a:t>
            </a:r>
            <a:endParaRPr lang="zh-CN" altLang="en-US"/>
          </a:p>
          <a:p>
            <a:pPr lvl="1"/>
            <a:r>
              <a:rPr lang="zh-CN" altLang="en-US"/>
              <a:t>移动</a:t>
            </a:r>
            <a:endParaRPr lang="zh-CN" altLang="en-US"/>
          </a:p>
          <a:p>
            <a:pPr lvl="0"/>
            <a:r>
              <a:rPr lang="zh-CN" altLang="en-US"/>
              <a:t>需注意：在</a:t>
            </a:r>
            <a:r>
              <a:rPr lang="en-US" altLang="zh-CN"/>
              <a:t>unity</a:t>
            </a:r>
            <a:r>
              <a:rPr lang="zh-CN" altLang="en-US"/>
              <a:t>参数界面加上速度，方便后续</a:t>
            </a:r>
            <a:r>
              <a:rPr lang="zh-CN" altLang="en-US"/>
              <a:t>调整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控制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zh-CN"/>
              <a:t>WASD</a:t>
            </a:r>
            <a:r>
              <a:rPr lang="zh-CN" altLang="en-US"/>
              <a:t>，上下左右，（并且出现界面的时候也可以上下左右</a:t>
            </a:r>
            <a:r>
              <a:rPr lang="zh-CN" altLang="en-US"/>
              <a:t>滚动）</a:t>
            </a:r>
            <a:endParaRPr lang="zh-CN" altLang="en-US"/>
          </a:p>
          <a:p>
            <a:r>
              <a:rPr lang="en-US" altLang="zh-CN"/>
              <a:t>E</a:t>
            </a:r>
            <a:r>
              <a:rPr lang="zh-CN" altLang="en-US"/>
              <a:t>交互（和物品交互，和人交互（</a:t>
            </a:r>
            <a:r>
              <a:rPr lang="zh-CN" altLang="en-US"/>
              <a:t>对话））</a:t>
            </a:r>
            <a:endParaRPr lang="zh-CN" altLang="en-US"/>
          </a:p>
          <a:p>
            <a:r>
              <a:rPr lang="en-US" altLang="zh-CN"/>
              <a:t>B</a:t>
            </a:r>
            <a:r>
              <a:rPr lang="zh-CN" altLang="en-US"/>
              <a:t>背包</a:t>
            </a:r>
            <a:endParaRPr lang="zh-CN" altLang="en-US"/>
          </a:p>
          <a:p>
            <a:r>
              <a:rPr lang="en-US" altLang="zh-CN"/>
              <a:t>J</a:t>
            </a:r>
            <a:r>
              <a:rPr lang="zh-CN" altLang="en-US"/>
              <a:t>任务</a:t>
            </a:r>
            <a:endParaRPr lang="zh-CN" altLang="en-US"/>
          </a:p>
          <a:p>
            <a:pPr lvl="0"/>
            <a:r>
              <a:rPr lang="en-US" altLang="zh-CN"/>
              <a:t>M</a:t>
            </a:r>
            <a:r>
              <a:rPr lang="zh-CN" altLang="en-US"/>
              <a:t>地图</a:t>
            </a:r>
            <a:endParaRPr lang="zh-CN" altLang="en-US"/>
          </a:p>
          <a:p>
            <a:pPr lvl="0"/>
            <a:r>
              <a:rPr lang="en-US" altLang="zh-CN"/>
              <a:t>C</a:t>
            </a:r>
            <a:r>
              <a:rPr lang="zh-CN" altLang="en-US"/>
              <a:t>角色属性</a:t>
            </a:r>
            <a:endParaRPr lang="zh-CN" altLang="en-US"/>
          </a:p>
          <a:p>
            <a:pPr lvl="0"/>
            <a:r>
              <a:rPr lang="en-US" altLang="zh-CN"/>
              <a:t>Esc</a:t>
            </a:r>
            <a:r>
              <a:rPr lang="zh-CN" altLang="en-US"/>
              <a:t>暂停（呼出</a:t>
            </a:r>
            <a:r>
              <a:rPr lang="zh-CN" altLang="en-US"/>
              <a:t>暂停界面）</a:t>
            </a:r>
            <a:endParaRPr lang="zh-CN" altLang="en-US"/>
          </a:p>
          <a:p>
            <a:pPr lvl="0"/>
            <a:r>
              <a:rPr lang="en-US" altLang="zh-CN"/>
              <a:t>U</a:t>
            </a:r>
            <a:r>
              <a:rPr lang="zh-CN" altLang="en-US"/>
              <a:t>换装</a:t>
            </a:r>
            <a:r>
              <a:rPr lang="zh-CN" altLang="en-US"/>
              <a:t>界面</a:t>
            </a:r>
            <a:endParaRPr lang="zh-CN" altLang="en-US"/>
          </a:p>
          <a:p>
            <a:pPr lvl="0"/>
            <a:r>
              <a:rPr lang="zh-CN" altLang="en-US"/>
              <a:t>鼠标：可按的</a:t>
            </a:r>
            <a:r>
              <a:rPr lang="en-US" altLang="zh-CN"/>
              <a:t>button</a:t>
            </a:r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打开任何全屏界面（背包、任务、地图、属性）时，应自动暂停角色移动输入，但不暂停游戏时间（除非是强制暂停类菜单）。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界面关闭后恢复待机</a:t>
            </a:r>
            <a:r>
              <a:rPr lang="zh-CN" altLang="en-US"/>
              <a:t>状态。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移动</a:t>
            </a:r>
            <a:r>
              <a:rPr lang="zh-CN" altLang="en-US"/>
              <a:t>说明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在角色移动前</a:t>
            </a:r>
            <a:r>
              <a:rPr lang="en-US" altLang="zh-CN"/>
              <a:t>0.1s</a:t>
            </a:r>
            <a:r>
              <a:rPr lang="zh-CN" altLang="en-US"/>
              <a:t>加上加速度，在</a:t>
            </a:r>
            <a:r>
              <a:rPr lang="en-US" altLang="zh-CN"/>
              <a:t>0.2s</a:t>
            </a:r>
            <a:r>
              <a:rPr lang="zh-CN" altLang="en-US"/>
              <a:t>时到达设置</a:t>
            </a:r>
            <a:r>
              <a:rPr lang="zh-CN" altLang="en-US"/>
              <a:t>速度</a:t>
            </a:r>
            <a:endParaRPr lang="zh-CN" altLang="en-US"/>
          </a:p>
          <a:p>
            <a:r>
              <a:rPr lang="zh-CN" altLang="en-US"/>
              <a:t>减速</a:t>
            </a:r>
            <a:r>
              <a:rPr lang="zh-CN" altLang="en-US"/>
              <a:t>同理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游戏主界面</a:t>
            </a:r>
            <a:r>
              <a:rPr lang="en-US" altLang="zh-CN"/>
              <a:t>UI</a:t>
            </a:r>
            <a:r>
              <a:rPr lang="zh-CN" altLang="en-US"/>
              <a:t>图示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41550" y="1825625"/>
            <a:ext cx="770826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对话系统</a:t>
            </a:r>
            <a:r>
              <a:rPr lang="zh-CN" altLang="en-US"/>
              <a:t>界面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20595" y="1825625"/>
            <a:ext cx="774954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任务系统界面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42820" y="1825625"/>
            <a:ext cx="770572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角色</a:t>
            </a:r>
            <a:r>
              <a:rPr lang="zh-CN" altLang="en-US"/>
              <a:t>属性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81860" y="1825625"/>
            <a:ext cx="782701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背包系统</a:t>
            </a:r>
            <a:r>
              <a:rPr lang="zh-CN" altLang="en-US"/>
              <a:t>界面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34565" y="1825625"/>
            <a:ext cx="772223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换装界面</a:t>
            </a:r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10485" y="2404110"/>
            <a:ext cx="7695565" cy="42043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475" y="1696085"/>
            <a:ext cx="3580130" cy="7848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存档</a:t>
            </a:r>
            <a:r>
              <a:rPr lang="zh-CN" altLang="en-US"/>
              <a:t>界面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766570"/>
            <a:ext cx="7725410" cy="435165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154795" y="220599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以下这组是做其他游戏</a:t>
            </a:r>
            <a:r>
              <a:rPr lang="zh-CN" altLang="en-US"/>
              <a:t>出的</a:t>
            </a:r>
            <a:endParaRPr lang="zh-CN" altLang="en-US"/>
          </a:p>
          <a:p>
            <a:r>
              <a:rPr lang="zh-CN" altLang="en-US"/>
              <a:t>原型图，所以游戏字可能</a:t>
            </a:r>
            <a:r>
              <a:rPr lang="zh-CN" altLang="en-US"/>
              <a:t>不</a:t>
            </a:r>
            <a:endParaRPr lang="zh-CN" altLang="en-US"/>
          </a:p>
          <a:p>
            <a:r>
              <a:rPr lang="zh-CN" altLang="en-US"/>
              <a:t>太对，之后会标注</a:t>
            </a:r>
            <a:r>
              <a:rPr lang="zh-CN" altLang="en-US"/>
              <a:t>说明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825625"/>
            <a:ext cx="7693025" cy="435165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858250" y="2339340"/>
            <a:ext cx="291655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俱乐部场景改为</a:t>
            </a:r>
            <a:endParaRPr lang="zh-CN" altLang="en-US"/>
          </a:p>
          <a:p>
            <a:r>
              <a:rPr lang="zh-CN" altLang="en-US"/>
              <a:t>上次退出游戏</a:t>
            </a:r>
            <a:r>
              <a:rPr lang="zh-CN" altLang="en-US"/>
              <a:t>场景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注：这块场景改为</a:t>
            </a:r>
            <a:r>
              <a:rPr lang="zh-CN" altLang="en-US"/>
              <a:t>可调节</a:t>
            </a:r>
            <a:endParaRPr lang="zh-CN" altLang="en-US"/>
          </a:p>
          <a:p>
            <a:r>
              <a:rPr lang="zh-CN" altLang="en-US"/>
              <a:t>如果后面设计到梨园</a:t>
            </a:r>
            <a:r>
              <a:rPr lang="zh-CN" altLang="en-US"/>
              <a:t>养成</a:t>
            </a:r>
            <a:endParaRPr lang="zh-CN" altLang="en-US"/>
          </a:p>
          <a:p>
            <a:r>
              <a:rPr lang="zh-CN" altLang="en-US"/>
              <a:t>的话这里就要换到梨园</a:t>
            </a:r>
            <a:r>
              <a:rPr lang="zh-CN" altLang="en-US"/>
              <a:t>场</a:t>
            </a:r>
            <a:endParaRPr lang="zh-CN" altLang="en-US"/>
          </a:p>
          <a:p>
            <a:r>
              <a:rPr lang="zh-CN" altLang="en-US"/>
              <a:t>景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773555"/>
            <a:ext cx="772541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825625"/>
            <a:ext cx="771144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781175"/>
            <a:ext cx="766508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通用界面跳转按钮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898650"/>
            <a:ext cx="10515600" cy="42043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572</Words>
  <Application>WPS 演示</Application>
  <PresentationFormat>宽屏</PresentationFormat>
  <Paragraphs>79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开始游戏按钮UI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风铃</cp:lastModifiedBy>
  <cp:revision>5</cp:revision>
  <dcterms:created xsi:type="dcterms:W3CDTF">2023-08-09T12:44:00Z</dcterms:created>
  <dcterms:modified xsi:type="dcterms:W3CDTF">2026-05-13T12:05:56Z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483639622C04408F874E2F9D3CB48A7C_12</vt:lpwstr>
  </property>
</Properties>
</file>